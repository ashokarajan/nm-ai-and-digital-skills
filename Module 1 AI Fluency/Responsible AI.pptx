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344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F91E7-71AD-4FE3-95FE-771B801619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835E-4D98-4BAB-AC58-286A2572B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182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F91E7-71AD-4FE3-95FE-771B801619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835E-4D98-4BAB-AC58-286A2572B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86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F91E7-71AD-4FE3-95FE-771B801619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835E-4D98-4BAB-AC58-286A2572B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765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F91E7-71AD-4FE3-95FE-771B801619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835E-4D98-4BAB-AC58-286A2572B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836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F91E7-71AD-4FE3-95FE-771B801619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835E-4D98-4BAB-AC58-286A2572B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216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F91E7-71AD-4FE3-95FE-771B801619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835E-4D98-4BAB-AC58-286A2572B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691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F91E7-71AD-4FE3-95FE-771B801619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835E-4D98-4BAB-AC58-286A2572B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971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F91E7-71AD-4FE3-95FE-771B801619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835E-4D98-4BAB-AC58-286A2572B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715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F91E7-71AD-4FE3-95FE-771B801619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835E-4D98-4BAB-AC58-286A2572B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591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F91E7-71AD-4FE3-95FE-771B801619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835E-4D98-4BAB-AC58-286A2572B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12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F91E7-71AD-4FE3-95FE-771B801619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835E-4D98-4BAB-AC58-286A2572B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367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F91E7-71AD-4FE3-95FE-771B801619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0835E-4D98-4BAB-AC58-286A2572B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977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Responsible AI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84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is Responsible AI?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Responsible AI</a:t>
            </a:r>
            <a:r>
              <a:rPr lang="en-US" dirty="0" smtClean="0"/>
              <a:t> means developing and using Artificial Intelligence in a way that is:</a:t>
            </a:r>
          </a:p>
          <a:p>
            <a:r>
              <a:rPr lang="en-US" dirty="0" smtClean="0"/>
              <a:t>Safe </a:t>
            </a:r>
          </a:p>
          <a:p>
            <a:r>
              <a:rPr lang="en-US" dirty="0" smtClean="0"/>
              <a:t>Fair </a:t>
            </a:r>
          </a:p>
          <a:p>
            <a:r>
              <a:rPr lang="en-US" dirty="0" smtClean="0"/>
              <a:t>Transparent </a:t>
            </a:r>
          </a:p>
          <a:p>
            <a:r>
              <a:rPr lang="en-US" dirty="0" smtClean="0"/>
              <a:t>Reliable </a:t>
            </a:r>
          </a:p>
          <a:p>
            <a:r>
              <a:rPr lang="en-US" dirty="0" smtClean="0"/>
              <a:t>Respectful of privacy </a:t>
            </a:r>
          </a:p>
          <a:p>
            <a:r>
              <a:rPr lang="en-US" dirty="0" smtClean="0"/>
              <a:t>Beneficial to people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2180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Using AI Responsibly – Best Practices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 smtClean="0"/>
              <a:t>Don't blindly trust AI</a:t>
            </a:r>
          </a:p>
          <a:p>
            <a:r>
              <a:rPr lang="en-US" dirty="0" smtClean="0"/>
              <a:t>AI can produce:</a:t>
            </a:r>
          </a:p>
          <a:p>
            <a:r>
              <a:rPr lang="en-US" dirty="0" smtClean="0"/>
              <a:t>Incorrect information </a:t>
            </a:r>
          </a:p>
          <a:p>
            <a:r>
              <a:rPr lang="en-US" dirty="0" smtClean="0"/>
              <a:t>Outdated information </a:t>
            </a:r>
          </a:p>
          <a:p>
            <a:r>
              <a:rPr lang="en-US" dirty="0" smtClean="0"/>
              <a:t>Made-up facts </a:t>
            </a:r>
          </a:p>
          <a:p>
            <a:r>
              <a:rPr lang="en-US" dirty="0" smtClean="0"/>
              <a:t>Incorrect references </a:t>
            </a:r>
          </a:p>
          <a:p>
            <a:r>
              <a:rPr lang="en-US" dirty="0" smtClean="0"/>
              <a:t>So:</a:t>
            </a:r>
          </a:p>
          <a:p>
            <a:r>
              <a:rPr lang="en-US" b="1" dirty="0" smtClean="0"/>
              <a:t>AI output should be checked before using it.</a:t>
            </a: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80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Using AI Responsibly – Best Practices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Protect personal information</a:t>
            </a:r>
          </a:p>
          <a:p>
            <a:r>
              <a:rPr lang="en-US" dirty="0" smtClean="0"/>
              <a:t>Do not enter sensitive information such as:</a:t>
            </a:r>
          </a:p>
          <a:p>
            <a:r>
              <a:rPr lang="en-US" dirty="0" smtClean="0"/>
              <a:t>Passwords </a:t>
            </a:r>
          </a:p>
          <a:p>
            <a:r>
              <a:rPr lang="en-US" dirty="0" smtClean="0"/>
              <a:t>Bank details </a:t>
            </a:r>
          </a:p>
          <a:p>
            <a:r>
              <a:rPr lang="en-US" dirty="0" err="1" smtClean="0"/>
              <a:t>Aadhaar</a:t>
            </a:r>
            <a:r>
              <a:rPr lang="en-US" dirty="0" smtClean="0"/>
              <a:t> numbers </a:t>
            </a:r>
          </a:p>
          <a:p>
            <a:r>
              <a:rPr lang="en-US" dirty="0" smtClean="0"/>
              <a:t>Private documents </a:t>
            </a:r>
          </a:p>
          <a:p>
            <a:r>
              <a:rPr lang="en-US" dirty="0" smtClean="0"/>
              <a:t>Confidential college information</a:t>
            </a:r>
          </a:p>
          <a:p>
            <a:pPr marL="0" indent="0">
              <a:buNone/>
            </a:pPr>
            <a:r>
              <a:rPr lang="en-US" b="1" dirty="0" smtClean="0"/>
              <a:t>Don't copy blindly</a:t>
            </a:r>
          </a:p>
          <a:p>
            <a:r>
              <a:rPr lang="en-US" dirty="0" smtClean="0"/>
              <a:t>AI should be used as a </a:t>
            </a:r>
            <a:r>
              <a:rPr lang="en-US" b="1" dirty="0" smtClean="0"/>
              <a:t>learning assistant</a:t>
            </a:r>
            <a:r>
              <a:rPr lang="en-US" dirty="0" smtClean="0"/>
              <a:t>, not as a replacement for learning.</a:t>
            </a:r>
          </a:p>
          <a:p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84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Principles of Responsible AI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1. Fairness</a:t>
            </a:r>
          </a:p>
          <a:p>
            <a:pPr marL="0" indent="0">
              <a:buNone/>
            </a:pPr>
            <a:r>
              <a:rPr lang="en-US" b="1" dirty="0" smtClean="0"/>
              <a:t>AI should treat different people fairly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Suppose an AI system selects students for a programming competition. Student A scores 90 and Student B scores 70. If the AI selects Student B only because of Student B's gender, is the AI being fair?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63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Principles of Responsible AI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2. Reliability and Safety</a:t>
            </a:r>
          </a:p>
          <a:p>
            <a:r>
              <a:rPr lang="en-US" dirty="0" smtClean="0"/>
              <a:t>AI should work correctly and safely.</a:t>
            </a:r>
          </a:p>
          <a:p>
            <a:r>
              <a:rPr lang="en-US" b="1" dirty="0" smtClean="0"/>
              <a:t>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 AI medical system should be carefully tested before being used to support medical decisions.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6291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Principles of Responsible AI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3. Privacy and Security</a:t>
            </a:r>
          </a:p>
          <a:p>
            <a:r>
              <a:rPr lang="en-US" dirty="0" smtClean="0"/>
              <a:t>AI systems should protect people's data.</a:t>
            </a:r>
          </a:p>
          <a:p>
            <a:r>
              <a:rPr lang="en-US" b="1" dirty="0" smtClean="0"/>
              <a:t>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 college AI application should not unnecessarily expose student personal information.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8429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Principles of Responsible AI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4. Inclusiveness</a:t>
            </a:r>
          </a:p>
          <a:p>
            <a:r>
              <a:rPr lang="en-US" dirty="0" smtClean="0"/>
              <a:t>AI should be useful to people with different abilities and backgrounds.</a:t>
            </a:r>
          </a:p>
          <a:p>
            <a:r>
              <a:rPr lang="en-US" b="1" dirty="0" smtClean="0"/>
              <a:t>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AI-powered applications can provide speech-to-text facilities for people who have difficulty typing.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1158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Principles of Responsible AI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5. Transparency</a:t>
            </a:r>
          </a:p>
          <a:p>
            <a:r>
              <a:rPr lang="en-US" dirty="0" smtClean="0"/>
              <a:t>People should have some understanding of </a:t>
            </a:r>
            <a:r>
              <a:rPr lang="en-US" b="1" dirty="0" smtClean="0"/>
              <a:t>how and why AI is being used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6. Accountability</a:t>
            </a:r>
          </a:p>
          <a:p>
            <a:r>
              <a:rPr lang="en-US" dirty="0" smtClean="0"/>
              <a:t>Someone must be responsible for an AI system and its consequences.</a:t>
            </a:r>
          </a:p>
          <a:p>
            <a:r>
              <a:rPr lang="en-US" b="1" dirty="0" smtClean="0"/>
              <a:t>AI should not become an excuse for avoiding human responsibility.</a:t>
            </a: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4306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err="1" smtClean="0"/>
              <a:t>Deepfakes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A </a:t>
            </a:r>
            <a:r>
              <a:rPr lang="en-US" b="1" dirty="0" err="1" smtClean="0"/>
              <a:t>deepfake</a:t>
            </a:r>
            <a:r>
              <a:rPr lang="en-US" dirty="0" smtClean="0"/>
              <a:t> is AI-generated or AI-manipulated media that makes a person appear to say or do something they never actually said or did.</a:t>
            </a:r>
          </a:p>
          <a:p>
            <a:pPr marL="0" indent="0">
              <a:buNone/>
            </a:pPr>
            <a:r>
              <a:rPr lang="en-US" dirty="0" smtClean="0"/>
              <a:t>They can be used to:</a:t>
            </a:r>
          </a:p>
          <a:p>
            <a:r>
              <a:rPr lang="en-US" dirty="0" smtClean="0"/>
              <a:t>Spread misinformation </a:t>
            </a:r>
          </a:p>
          <a:p>
            <a:r>
              <a:rPr lang="en-US" dirty="0" smtClean="0"/>
              <a:t>Damage someone's reputation </a:t>
            </a:r>
          </a:p>
          <a:p>
            <a:r>
              <a:rPr lang="en-US" dirty="0" smtClean="0"/>
              <a:t>Create fake news </a:t>
            </a:r>
          </a:p>
          <a:p>
            <a:r>
              <a:rPr lang="en-US" dirty="0" smtClean="0"/>
              <a:t>Commit fraud </a:t>
            </a:r>
          </a:p>
          <a:p>
            <a:r>
              <a:rPr lang="en-US" dirty="0" smtClean="0"/>
              <a:t>Manipulate public opinion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8945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about Copyright?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AI can generate:</a:t>
            </a:r>
          </a:p>
          <a:p>
            <a:r>
              <a:rPr lang="en-US" dirty="0" smtClean="0"/>
              <a:t>Images </a:t>
            </a:r>
          </a:p>
          <a:p>
            <a:r>
              <a:rPr lang="en-US" dirty="0" smtClean="0"/>
              <a:t>Music </a:t>
            </a:r>
          </a:p>
          <a:p>
            <a:r>
              <a:rPr lang="en-US" dirty="0" smtClean="0"/>
              <a:t>Videos </a:t>
            </a:r>
          </a:p>
          <a:p>
            <a:r>
              <a:rPr lang="en-US" dirty="0" smtClean="0"/>
              <a:t>Text </a:t>
            </a:r>
          </a:p>
          <a:p>
            <a:r>
              <a:rPr lang="en-US" dirty="0" smtClean="0"/>
              <a:t>Code</a:t>
            </a:r>
          </a:p>
          <a:p>
            <a:pPr marL="0" indent="0" algn="just">
              <a:buNone/>
            </a:pPr>
            <a:r>
              <a:rPr lang="en-US" dirty="0" smtClean="0"/>
              <a:t>Just because you can download or generate something doesn't mean you automatically have the right to use 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2050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Human–AI Interaction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AI should generally be considered a </a:t>
            </a:r>
            <a:r>
              <a:rPr lang="en-US" b="1" dirty="0" smtClean="0"/>
              <a:t>tool that assists humans</a:t>
            </a:r>
          </a:p>
          <a:p>
            <a:pPr marL="0" indent="0">
              <a:buNone/>
            </a:pPr>
            <a:r>
              <a:rPr lang="en-US" dirty="0" smtClean="0"/>
              <a:t>AI can help students:</a:t>
            </a:r>
          </a:p>
          <a:p>
            <a:r>
              <a:rPr lang="en-US" dirty="0" smtClean="0"/>
              <a:t>Understand difficult concepts </a:t>
            </a:r>
          </a:p>
          <a:p>
            <a:r>
              <a:rPr lang="en-US" dirty="0" smtClean="0"/>
              <a:t>Generate ideas </a:t>
            </a:r>
          </a:p>
          <a:p>
            <a:r>
              <a:rPr lang="en-US" dirty="0" smtClean="0"/>
              <a:t>Practice programming </a:t>
            </a:r>
          </a:p>
          <a:p>
            <a:r>
              <a:rPr lang="en-US" dirty="0" smtClean="0"/>
              <a:t>Summarize information </a:t>
            </a:r>
          </a:p>
          <a:p>
            <a:r>
              <a:rPr lang="en-US" dirty="0" smtClean="0"/>
              <a:t>Improve writing </a:t>
            </a:r>
          </a:p>
          <a:p>
            <a:r>
              <a:rPr lang="en-US" dirty="0" smtClean="0"/>
              <a:t>Analyze data </a:t>
            </a:r>
          </a:p>
          <a:p>
            <a:pPr marL="0" indent="0">
              <a:buNone/>
            </a:pPr>
            <a:r>
              <a:rPr lang="en-US" dirty="0" smtClean="0"/>
              <a:t>But students still need:</a:t>
            </a:r>
          </a:p>
          <a:p>
            <a:r>
              <a:rPr lang="en-US" b="1" dirty="0" smtClean="0"/>
              <a:t>Critical thinking + Human judgment + Verification</a:t>
            </a: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5467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Global Implications of AI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Positive impacts</a:t>
            </a:r>
          </a:p>
          <a:p>
            <a:r>
              <a:rPr lang="en-US" dirty="0" smtClean="0"/>
              <a:t>AI can:</a:t>
            </a:r>
          </a:p>
          <a:p>
            <a:r>
              <a:rPr lang="en-US" dirty="0" smtClean="0"/>
              <a:t>Improve healthcare </a:t>
            </a:r>
          </a:p>
          <a:p>
            <a:r>
              <a:rPr lang="en-US" dirty="0" smtClean="0"/>
              <a:t>Assist education </a:t>
            </a:r>
          </a:p>
          <a:p>
            <a:r>
              <a:rPr lang="en-US" dirty="0" smtClean="0"/>
              <a:t>Increase productivity </a:t>
            </a:r>
          </a:p>
          <a:p>
            <a:r>
              <a:rPr lang="en-US" dirty="0" smtClean="0"/>
              <a:t>Help scientific research </a:t>
            </a:r>
          </a:p>
          <a:p>
            <a:r>
              <a:rPr lang="en-US" dirty="0" smtClean="0"/>
              <a:t>Support people with disabilities </a:t>
            </a:r>
          </a:p>
          <a:p>
            <a:r>
              <a:rPr lang="en-US" dirty="0" smtClean="0"/>
              <a:t>Automate repetitive tasks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4376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Global Implications of AI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Challenges</a:t>
            </a:r>
          </a:p>
          <a:p>
            <a:r>
              <a:rPr lang="en-US" dirty="0" smtClean="0"/>
              <a:t>AI can also create:</a:t>
            </a:r>
          </a:p>
          <a:p>
            <a:r>
              <a:rPr lang="en-US" dirty="0" smtClean="0"/>
              <a:t>Job displacement </a:t>
            </a:r>
          </a:p>
          <a:p>
            <a:r>
              <a:rPr lang="en-US" dirty="0" smtClean="0"/>
              <a:t>Privacy concerns </a:t>
            </a:r>
          </a:p>
          <a:p>
            <a:r>
              <a:rPr lang="en-US" dirty="0" smtClean="0"/>
              <a:t>Bias </a:t>
            </a:r>
          </a:p>
          <a:p>
            <a:r>
              <a:rPr lang="en-US" dirty="0" smtClean="0"/>
              <a:t>Misinformation </a:t>
            </a:r>
          </a:p>
          <a:p>
            <a:r>
              <a:rPr lang="en-US" dirty="0" smtClean="0"/>
              <a:t>Digital inequality </a:t>
            </a:r>
          </a:p>
          <a:p>
            <a:r>
              <a:rPr lang="en-US" dirty="0" smtClean="0"/>
              <a:t>Security risks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239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430</Words>
  <Application>Microsoft Office PowerPoint</Application>
  <PresentationFormat>On-screen Show (4:3)</PresentationFormat>
  <Paragraphs>95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Responsible AI</vt:lpstr>
      <vt:lpstr>What is Responsible AI?</vt:lpstr>
      <vt:lpstr>Using AI Responsibly – Best Practices</vt:lpstr>
      <vt:lpstr>Using AI Responsibly – Best Practices</vt:lpstr>
      <vt:lpstr>Principles of Responsible AI</vt:lpstr>
      <vt:lpstr>Principles of Responsible AI</vt:lpstr>
      <vt:lpstr>Principles of Responsible AI</vt:lpstr>
      <vt:lpstr>Principles of Responsible AI</vt:lpstr>
      <vt:lpstr>Principles of Responsible AI</vt:lpstr>
      <vt:lpstr>Deepfakes</vt:lpstr>
      <vt:lpstr>What about Copyright?</vt:lpstr>
      <vt:lpstr>Human–AI Interaction</vt:lpstr>
      <vt:lpstr>Global Implications of AI</vt:lpstr>
      <vt:lpstr>Global Implications of AI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Responsible AI</dc:title>
  <dc:creator>Ashoka Rajan</dc:creator>
  <cp:lastModifiedBy>Ashoka Rajan</cp:lastModifiedBy>
  <cp:revision>6</cp:revision>
  <dcterms:created xsi:type="dcterms:W3CDTF">2026-08-31T15:39:51Z</dcterms:created>
  <dcterms:modified xsi:type="dcterms:W3CDTF">2026-09-01T02:12:38Z</dcterms:modified>
</cp:coreProperties>
</file>