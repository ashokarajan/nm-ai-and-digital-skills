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344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5E2A-692A-4A28-AC65-E9F018C6B6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9EC4-42EC-4FF8-9DAA-BDE5EB009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512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5E2A-692A-4A28-AC65-E9F018C6B6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9EC4-42EC-4FF8-9DAA-BDE5EB009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02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5E2A-692A-4A28-AC65-E9F018C6B6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9EC4-42EC-4FF8-9DAA-BDE5EB009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59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5E2A-692A-4A28-AC65-E9F018C6B6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9EC4-42EC-4FF8-9DAA-BDE5EB009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37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5E2A-692A-4A28-AC65-E9F018C6B6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9EC4-42EC-4FF8-9DAA-BDE5EB009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35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5E2A-692A-4A28-AC65-E9F018C6B6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9EC4-42EC-4FF8-9DAA-BDE5EB009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383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5E2A-692A-4A28-AC65-E9F018C6B6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9EC4-42EC-4FF8-9DAA-BDE5EB009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014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5E2A-692A-4A28-AC65-E9F018C6B6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9EC4-42EC-4FF8-9DAA-BDE5EB009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41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5E2A-692A-4A28-AC65-E9F018C6B6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9EC4-42EC-4FF8-9DAA-BDE5EB009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764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5E2A-692A-4A28-AC65-E9F018C6B6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9EC4-42EC-4FF8-9DAA-BDE5EB009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97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5E2A-692A-4A28-AC65-E9F018C6B6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F9EC4-42EC-4FF8-9DAA-BDE5EB009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77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25E2A-692A-4A28-AC65-E9F018C6B6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F9EC4-42EC-4FF8-9DAA-BDE5EB009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962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Productivity with AI Applications:</a:t>
            </a:r>
            <a:br>
              <a:rPr lang="en-IN" dirty="0" smtClean="0"/>
            </a:br>
            <a:r>
              <a:rPr lang="en-US" dirty="0" smtClean="0"/>
              <a:t>Boost Your Productivity with Microsoft Copilot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757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Microsoft Copilot</a:t>
            </a:r>
            <a:r>
              <a:rPr lang="en-US" dirty="0" smtClean="0"/>
              <a:t> is an AI assistant that helps improve productivity. </a:t>
            </a:r>
          </a:p>
          <a:p>
            <a:r>
              <a:rPr lang="en-US" dirty="0" smtClean="0"/>
              <a:t>It can help with </a:t>
            </a:r>
            <a:r>
              <a:rPr lang="en-US" b="1" dirty="0" smtClean="0"/>
              <a:t>ideas, planning, learning, job search, documents, and workplace tasks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048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b="1" dirty="0" smtClean="0"/>
              <a:t>Bring Your Ideas to Life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Generate </a:t>
            </a:r>
            <a:r>
              <a:rPr lang="en-US" b="1" dirty="0" smtClean="0"/>
              <a:t>ideas, drafts, outlines, and creative content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Turn simple instructions into useful content. </a:t>
            </a:r>
          </a:p>
          <a:p>
            <a:r>
              <a:rPr lang="en-US" dirty="0" smtClean="0"/>
              <a:t>Refine and improve existing ideas using prompts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569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IN" b="1" dirty="0" smtClean="0"/>
              <a:t>Time Management Assistance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Helps with </a:t>
            </a:r>
            <a:r>
              <a:rPr lang="en-US" b="1" dirty="0" smtClean="0"/>
              <a:t>planning and organizing tasks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Can create schedules, prioritize work, and suggest ways to manage time. </a:t>
            </a:r>
          </a:p>
          <a:p>
            <a:r>
              <a:rPr lang="en-US" dirty="0" smtClean="0"/>
              <a:t>Helps reduce repetitive 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724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Elevate Your Job Search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Helps create and improve </a:t>
            </a:r>
            <a:r>
              <a:rPr lang="en-US" b="1" dirty="0" smtClean="0"/>
              <a:t>resumes and cover letters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Can suggest interview questions and answers. </a:t>
            </a:r>
          </a:p>
          <a:p>
            <a:r>
              <a:rPr lang="en-US" dirty="0" smtClean="0"/>
              <a:t>Helps identify skills and improve job-search strategies.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497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Develop Skills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Acts as a </a:t>
            </a:r>
            <a:r>
              <a:rPr lang="en-US" b="1" dirty="0" smtClean="0"/>
              <a:t>learning assistant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Explains difficult concepts in simpler language. </a:t>
            </a:r>
          </a:p>
          <a:p>
            <a:r>
              <a:rPr lang="en-US" dirty="0" smtClean="0"/>
              <a:t>Can create learning plans, examples, practice questions, and summaries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062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Analyze Images and Documents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Copilot can analyze </a:t>
            </a:r>
            <a:r>
              <a:rPr lang="en-US" b="1" dirty="0" smtClean="0"/>
              <a:t>uploaded documents and images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Summarizes lengthy documents. </a:t>
            </a:r>
          </a:p>
          <a:p>
            <a:r>
              <a:rPr lang="en-US" dirty="0" smtClean="0"/>
              <a:t>Extracts important information and answers questions about the content.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397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Get Workplace Support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Helps with common workplace tasks such as: </a:t>
            </a:r>
          </a:p>
          <a:p>
            <a:pPr lvl="1"/>
            <a:r>
              <a:rPr lang="en-US" dirty="0" smtClean="0"/>
              <a:t>Writing emails </a:t>
            </a:r>
          </a:p>
          <a:p>
            <a:pPr lvl="1"/>
            <a:r>
              <a:rPr lang="en-US" dirty="0" smtClean="0"/>
              <a:t>Summarizing information </a:t>
            </a:r>
          </a:p>
          <a:p>
            <a:pPr lvl="1"/>
            <a:r>
              <a:rPr lang="en-US" dirty="0" smtClean="0"/>
              <a:t>Creating reports </a:t>
            </a:r>
          </a:p>
          <a:p>
            <a:pPr lvl="1"/>
            <a:r>
              <a:rPr lang="en-US" dirty="0" smtClean="0"/>
              <a:t>Brainstorming </a:t>
            </a:r>
          </a:p>
          <a:p>
            <a:pPr lvl="1"/>
            <a:r>
              <a:rPr lang="en-US" dirty="0" smtClean="0"/>
              <a:t>Preparing presentations </a:t>
            </a:r>
          </a:p>
          <a:p>
            <a:r>
              <a:rPr lang="en-US" dirty="0" smtClean="0"/>
              <a:t>Saves time on routine tasks.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675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Copilot in Microsoft Edge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Copilot in </a:t>
            </a:r>
            <a:r>
              <a:rPr lang="en-US" b="1" dirty="0" smtClean="0"/>
              <a:t>Microsoft Edge</a:t>
            </a:r>
            <a:r>
              <a:rPr lang="en-US" dirty="0" smtClean="0"/>
              <a:t> can assist while browsing. </a:t>
            </a:r>
          </a:p>
          <a:p>
            <a:r>
              <a:rPr lang="en-US" dirty="0" smtClean="0"/>
              <a:t>Summarizes webpages and helps find information. </a:t>
            </a:r>
          </a:p>
          <a:p>
            <a:r>
              <a:rPr lang="en-US" dirty="0" smtClean="0"/>
              <a:t>Can answer questions based on webpage content.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12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230</Words>
  <Application>Microsoft Office PowerPoint</Application>
  <PresentationFormat>On-screen Show (4:3)</PresentationFormat>
  <Paragraphs>36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Productivity with AI Applications: Boost Your Productivity with Microsoft Copilot</vt:lpstr>
      <vt:lpstr>Introduction</vt:lpstr>
      <vt:lpstr>Bring Your Ideas to Life</vt:lpstr>
      <vt:lpstr>Time Management Assistance</vt:lpstr>
      <vt:lpstr>Elevate Your Job Search</vt:lpstr>
      <vt:lpstr>Develop Skills</vt:lpstr>
      <vt:lpstr>Analyze Images and Documents</vt:lpstr>
      <vt:lpstr>Get Workplace Support</vt:lpstr>
      <vt:lpstr>Copilot in Microsoft Edge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Productivity with AI Applications: Boost Your Productivity with Microsoft Copilot</dc:title>
  <dc:creator>Ashoka Rajan</dc:creator>
  <cp:lastModifiedBy>Ashoka Rajan</cp:lastModifiedBy>
  <cp:revision>2</cp:revision>
  <dcterms:created xsi:type="dcterms:W3CDTF">2026-09-01T01:29:51Z</dcterms:created>
  <dcterms:modified xsi:type="dcterms:W3CDTF">2026-09-01T01:40:38Z</dcterms:modified>
</cp:coreProperties>
</file>