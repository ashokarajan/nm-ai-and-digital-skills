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344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459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49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28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062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231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6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633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2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603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49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4E15F-1DB7-4C00-87CE-76DC02A8986E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88A65-385B-4BCC-93D5-2DAE969B8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516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Generative AI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3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What is Generative AI?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Generative AI is a type of artificial intelligence that can create new content based on patterns learned from existing data.</a:t>
            </a:r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996952"/>
            <a:ext cx="2872457" cy="3314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140968"/>
            <a:ext cx="5187950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535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What is Generative AI?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30" y="1772816"/>
            <a:ext cx="8208912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98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171400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AI Linguistics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This section introduces concepts related to how AI systems process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human language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132856"/>
            <a:ext cx="5952350" cy="3352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3403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Prompt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prompt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is the instruction or input given to a generative AI system.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Examples: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Explain machine learning in simple terms.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Write a 100-word introduction about artificial intelligence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for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second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-year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engineering students.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54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Prompt Engineering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Prompt engineering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means designing effective prompts to obtain useful results from generative AI</a:t>
            </a:r>
            <a:r>
              <a:rPr lang="en-US" dirty="0" smtClean="0"/>
              <a:t>.</a:t>
            </a: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Weak prompt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"Tell me about AI."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This is very broad.</a:t>
            </a: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Better prompt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"Explain artificial intelligence to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second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-year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engineering students in simple language. Give three real-world examples."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The second prompt provides: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Topic + Audience + Difficulty level + Required output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2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Text-to-Image AI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Generative AI can create an image from a </a:t>
            </a:r>
            <a:r>
              <a:rPr lang="en-US" b="1" dirty="0" smtClean="0"/>
              <a:t>text description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84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0264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AI Companion in Content Creation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Generative AI can act as an AI companion to help humans create content.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Writing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Emails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Articles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Reports </a:t>
            </a:r>
          </a:p>
          <a:p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Stories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Notes 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Brainstorming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Ideas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Topics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Project ideas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Questions</a:t>
            </a:r>
          </a:p>
          <a:p>
            <a:pPr algn="just"/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49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34280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AI Companion in Content Creation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Editing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Grammar correction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Rephrasing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Summarization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Changing tone 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Coding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Generate code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Explain code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Debug code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Suggest improvements</a:t>
            </a:r>
          </a:p>
          <a:p>
            <a:pPr algn="just"/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300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342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New Opportunities with Generative AI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Generative AI can create new possibilities in: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Education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Personalized learning materials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Question generation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Summaries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Tutoring assistance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Lesson-plan generation</a:t>
            </a:r>
          </a:p>
          <a:p>
            <a:pPr marL="0" indent="0"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Creative industries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Image generation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Story creation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Music generation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Video generation</a:t>
            </a:r>
          </a:p>
          <a:p>
            <a:pPr algn="just"/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60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rgbClr val="0000FF"/>
                </a:solidFill>
              </a:rPr>
              <a:t>Important Generative AI Terms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40768"/>
            <a:ext cx="8240697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94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248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Generative AI</vt:lpstr>
      <vt:lpstr>What is Generative AI?</vt:lpstr>
      <vt:lpstr>What is Generative AI?</vt:lpstr>
      <vt:lpstr>AI Linguistics</vt:lpstr>
      <vt:lpstr>Prompt</vt:lpstr>
      <vt:lpstr>Prompt Engineering</vt:lpstr>
      <vt:lpstr>Text-to-Image AI</vt:lpstr>
      <vt:lpstr>AI Companion in Content Creation</vt:lpstr>
      <vt:lpstr>AI Companion in Content Creation</vt:lpstr>
      <vt:lpstr>New Opportunities with Generative AI</vt:lpstr>
      <vt:lpstr>Important Generative AI Terms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Ashoka Rajan</dc:creator>
  <cp:lastModifiedBy>Ashoka Rajan</cp:lastModifiedBy>
  <cp:revision>10</cp:revision>
  <dcterms:created xsi:type="dcterms:W3CDTF">2026-08-10T10:22:38Z</dcterms:created>
  <dcterms:modified xsi:type="dcterms:W3CDTF">2026-08-31T14:55:13Z</dcterms:modified>
</cp:coreProperties>
</file>