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80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17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4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3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1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13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2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60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45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15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6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1A96-C112-4E11-9A95-C693E27371B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2EB76-6FAB-47F9-8F59-47F6B15AE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17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Internet Search and Beyond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9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Introduction</a:t>
            </a:r>
            <a:endParaRPr lang="en-IN" dirty="0">
              <a:solidFill>
                <a:srgbClr val="0000FF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77" y="1902337"/>
            <a:ext cx="4054791" cy="4190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628800"/>
            <a:ext cx="439344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100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1657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Evolution of Search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44530"/>
            <a:ext cx="6126931" cy="30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86" y="4005064"/>
            <a:ext cx="5684118" cy="2733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44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43408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Evolution of Search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 fontScale="92500" lnSpcReduction="10000"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sz="3100" dirty="0">
              <a:latin typeface="Arial" pitchFamily="34" charset="0"/>
              <a:cs typeface="Arial" pitchFamily="34" charset="0"/>
            </a:endParaRPr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Stage 4 – Semantic search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Search engines became better at understanding the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meaning and intent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behind a query.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For example: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"places to eat near me"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search engine understands that the user wants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restaurants nearby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not webpages containing exactly those words.</a:t>
            </a:r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84" y="620688"/>
            <a:ext cx="7280275" cy="2722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50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90264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Evolution of Search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sz="3100" dirty="0">
              <a:latin typeface="Arial" pitchFamily="34" charset="0"/>
              <a:cs typeface="Arial" pitchFamily="34" charset="0"/>
            </a:endParaRPr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340768"/>
            <a:ext cx="5019625" cy="4390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816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2576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Search Engine </a:t>
            </a:r>
            <a:r>
              <a:rPr lang="en-US" dirty="0" err="1" smtClean="0">
                <a:solidFill>
                  <a:srgbClr val="0000FF"/>
                </a:solidFill>
              </a:rPr>
              <a:t>vs</a:t>
            </a:r>
            <a:r>
              <a:rPr lang="en-US" dirty="0" smtClean="0">
                <a:solidFill>
                  <a:srgbClr val="0000FF"/>
                </a:solidFill>
              </a:rPr>
              <a:t> Reasoning Engine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sz="3100" dirty="0">
              <a:latin typeface="Arial" pitchFamily="34" charset="0"/>
              <a:cs typeface="Arial" pitchFamily="34" charset="0"/>
            </a:endParaRPr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8079159" cy="360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064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25760"/>
            <a:ext cx="8964488" cy="1143000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0000FF"/>
                </a:solidFill>
              </a:rPr>
              <a:t>Microsoft Copilot – A New Way to Search</a:t>
            </a:r>
            <a:endParaRPr lang="en-IN" sz="4000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user can then ask the follow-up question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This creates a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conversation rather than a single search query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dirty="0" smtClean="0"/>
          </a:p>
          <a:p>
            <a:endParaRPr lang="en-IN" dirty="0"/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sz="3100" dirty="0">
              <a:latin typeface="Arial" pitchFamily="34" charset="0"/>
              <a:cs typeface="Arial" pitchFamily="34" charset="0"/>
            </a:endParaRPr>
          </a:p>
          <a:p>
            <a:endParaRPr lang="en-IN" sz="3100" dirty="0" smtClean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77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Important Components of a Good Prompt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 useful prompt can contain: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1. Role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Tell the AI what role it should take.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"Act as a computer science teacher."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2. Task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Tell it what to do.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"Explain binary search.“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3. Context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Provide relevant background.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"The students are beginners."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4. Constraints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Specify limitations.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"Use simple language and keep it under 300 words."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05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Important Components of a Good Prompt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5. Output format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Specify how the answer should look.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"Give the answer as a table."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Combined example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"Act as a computer science teacher. Explain binary search to first-year students who know arrays but not searching algorithms. Use a simple example and present the steps in a table."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926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Iterative Prompting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You don't always need to create the perfect prompt immediately.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You can improve the response through multiple interactions.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 1: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AI.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 2: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AI to engineering students.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 3: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AI to first-year engineering students using three simple real-world examples.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 4: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AI to first-year engineering students using three simple real-world examples and present them in a table.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13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“Critical Thinking”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This is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extremely important when using AI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Critical thinking is the ability to analyze information carefully, evaluate evidence, identify assumptions, and make reasoned judgments.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AI-generated answers should 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not automatically be assumed to be correct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AI can produce: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Incorrect information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Outdated information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Misleading information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Incorrect references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Biased information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Hallucinated information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9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Critical Thinking Questions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1. Is the information accurate?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Can I verify it?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2. Is the source reliable?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Where did this information come from?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3. Is the information current?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Could this information have changed?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4. Is there bias?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Is the response presenting only one viewpoint?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5. Does the evidence support the claim?</a:t>
            </a:r>
          </a:p>
          <a:p>
            <a:pPr marL="0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Is there sufficient evidence?</a:t>
            </a: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58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1169"/>
            <a:ext cx="8964488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Three Key Skills from This Module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268760"/>
            <a:ext cx="4654376" cy="457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135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439</Words>
  <Application>Microsoft Office PowerPoint</Application>
  <PresentationFormat>On-screen Show (4:3)</PresentationFormat>
  <Paragraphs>87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Internet Search and Beyond</vt:lpstr>
      <vt:lpstr>Introduction</vt:lpstr>
      <vt:lpstr>Evolution of Search</vt:lpstr>
      <vt:lpstr>Evolution of Search</vt:lpstr>
      <vt:lpstr>Evolution of Search</vt:lpstr>
      <vt:lpstr>Search Engine vs Reasoning Engine</vt:lpstr>
      <vt:lpstr>Microsoft Copilot – A New Way to Search</vt:lpstr>
      <vt:lpstr>Important Components of a Good Prompt</vt:lpstr>
      <vt:lpstr>Important Components of a Good Prompt</vt:lpstr>
      <vt:lpstr>Iterative Prompting</vt:lpstr>
      <vt:lpstr>“Critical Thinking”</vt:lpstr>
      <vt:lpstr>Critical Thinking Questions</vt:lpstr>
      <vt:lpstr>Three Key Skills from This Module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Search and Beyond</dc:title>
  <dc:creator>Ashoka Rajan</dc:creator>
  <cp:lastModifiedBy>Ashoka Rajan</cp:lastModifiedBy>
  <cp:revision>8</cp:revision>
  <dcterms:created xsi:type="dcterms:W3CDTF">2026-08-10T10:41:27Z</dcterms:created>
  <dcterms:modified xsi:type="dcterms:W3CDTF">2026-08-10T11:08:32Z</dcterms:modified>
</cp:coreProperties>
</file>