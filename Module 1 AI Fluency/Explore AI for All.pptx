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7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92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8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50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23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09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04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4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95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18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DE079-F2A1-4BCA-AB21-68633D61EEF1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235C5-3BFE-41BE-9FB1-79A69C6883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70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Explore AI for All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057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Introduction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AI for All</a:t>
            </a:r>
            <a:r>
              <a:rPr lang="en-US" dirty="0" smtClean="0"/>
              <a:t> focuses on how AI can benefit </a:t>
            </a:r>
            <a:r>
              <a:rPr lang="en-US" b="1" dirty="0" smtClean="0"/>
              <a:t>everyone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It explores AI's role in </a:t>
            </a:r>
            <a:r>
              <a:rPr lang="en-US" b="1" dirty="0" smtClean="0"/>
              <a:t>accessibility, employment, humanitarian work, and inclusion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13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00808"/>
            <a:ext cx="7438367" cy="3776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018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2. Impact of AI on Accessibility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1256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AI can help people with </a:t>
            </a:r>
            <a:r>
              <a:rPr lang="en-US" b="1" dirty="0" smtClean="0"/>
              <a:t>disabilities</a:t>
            </a:r>
            <a:r>
              <a:rPr lang="en-US" dirty="0" smtClean="0"/>
              <a:t> use technology more easily. </a:t>
            </a:r>
          </a:p>
          <a:p>
            <a:r>
              <a:rPr lang="en-US" dirty="0" smtClean="0"/>
              <a:t>Examples: </a:t>
            </a:r>
          </a:p>
          <a:p>
            <a:pPr lvl="1"/>
            <a:r>
              <a:rPr lang="en-US" b="1" dirty="0" smtClean="0"/>
              <a:t>Speech-to-text</a:t>
            </a:r>
            <a:r>
              <a:rPr lang="en-US" dirty="0" smtClean="0"/>
              <a:t> → converts spoken words into text. </a:t>
            </a:r>
          </a:p>
          <a:p>
            <a:pPr lvl="1"/>
            <a:r>
              <a:rPr lang="en-US" b="1" dirty="0" smtClean="0"/>
              <a:t>Text-to-speech</a:t>
            </a:r>
            <a:r>
              <a:rPr lang="en-US" dirty="0" smtClean="0"/>
              <a:t> → reads text aloud. </a:t>
            </a:r>
          </a:p>
          <a:p>
            <a:pPr lvl="1"/>
            <a:r>
              <a:rPr lang="en-US" b="1" dirty="0" smtClean="0"/>
              <a:t>Image recognition</a:t>
            </a:r>
            <a:r>
              <a:rPr lang="en-US" dirty="0" smtClean="0"/>
              <a:t> → describes images for people with visual impairments. </a:t>
            </a:r>
          </a:p>
          <a:p>
            <a:pPr lvl="1"/>
            <a:r>
              <a:rPr lang="en-US" b="1" dirty="0" smtClean="0"/>
              <a:t>Automatic captions</a:t>
            </a:r>
            <a:r>
              <a:rPr lang="en-US" dirty="0" smtClean="0"/>
              <a:t> → helps people with hearing difficulties. </a:t>
            </a:r>
          </a:p>
          <a:p>
            <a:r>
              <a:rPr lang="en-US" dirty="0" smtClean="0"/>
              <a:t>AI can make digital content more </a:t>
            </a:r>
            <a:r>
              <a:rPr lang="en-US" b="1" dirty="0" smtClean="0"/>
              <a:t>accessible and inclusive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587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Impact of AI in Job Roles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12568"/>
          </a:xfrm>
        </p:spPr>
        <p:txBody>
          <a:bodyPr>
            <a:normAutofit/>
          </a:bodyPr>
          <a:lstStyle/>
          <a:p>
            <a:r>
              <a:rPr lang="en-US" dirty="0" smtClean="0"/>
              <a:t>AI is changing how people perform their jobs. </a:t>
            </a:r>
          </a:p>
          <a:p>
            <a:r>
              <a:rPr lang="en-US" dirty="0" smtClean="0"/>
              <a:t>It can automate </a:t>
            </a:r>
            <a:r>
              <a:rPr lang="en-US" b="1" dirty="0" smtClean="0"/>
              <a:t>repetitive tasks</a:t>
            </a:r>
            <a:r>
              <a:rPr lang="en-US" dirty="0" smtClean="0"/>
              <a:t> and help employees work faster. </a:t>
            </a:r>
          </a:p>
          <a:p>
            <a:r>
              <a:rPr lang="en-US" dirty="0" smtClean="0"/>
              <a:t>AI may create </a:t>
            </a:r>
            <a:r>
              <a:rPr lang="en-US" b="1" dirty="0" smtClean="0"/>
              <a:t>new job roles and skills</a:t>
            </a:r>
            <a:r>
              <a:rPr lang="en-US" dirty="0" smtClean="0"/>
              <a:t> while changing existing ones. </a:t>
            </a:r>
          </a:p>
          <a:p>
            <a:r>
              <a:rPr lang="en-US" dirty="0" smtClean="0"/>
              <a:t>People need to develop </a:t>
            </a:r>
            <a:r>
              <a:rPr lang="en-US" b="1" dirty="0" smtClean="0"/>
              <a:t>AI literacy and new skills</a:t>
            </a:r>
            <a:r>
              <a:rPr lang="en-US" dirty="0" smtClean="0"/>
              <a:t> to adapt.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07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AI as an Ally for Humanitarian Action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AI can support organizations during </a:t>
            </a:r>
            <a:r>
              <a:rPr lang="en-US" b="1" dirty="0" smtClean="0"/>
              <a:t>disasters and humanitarian crises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Uses include: </a:t>
            </a:r>
          </a:p>
          <a:p>
            <a:pPr lvl="1"/>
            <a:r>
              <a:rPr lang="en-US" dirty="0" smtClean="0"/>
              <a:t>Analyzing disaster information </a:t>
            </a:r>
          </a:p>
          <a:p>
            <a:pPr lvl="1"/>
            <a:r>
              <a:rPr lang="en-US" dirty="0" smtClean="0"/>
              <a:t>Identifying affected areas </a:t>
            </a:r>
          </a:p>
          <a:p>
            <a:pPr lvl="1"/>
            <a:r>
              <a:rPr lang="en-US" dirty="0" smtClean="0"/>
              <a:t>Supporting emergency planning </a:t>
            </a:r>
          </a:p>
          <a:p>
            <a:pPr lvl="1"/>
            <a:r>
              <a:rPr lang="en-US" dirty="0" smtClean="0"/>
              <a:t>Translating languages </a:t>
            </a:r>
          </a:p>
          <a:p>
            <a:pPr lvl="1"/>
            <a:r>
              <a:rPr lang="en-US" dirty="0" smtClean="0"/>
              <a:t>Helping distribute resources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57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Inclusive AI with Copilot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Microsoft Copilot</a:t>
            </a:r>
            <a:r>
              <a:rPr lang="en-US" dirty="0" smtClean="0"/>
              <a:t> can support people with different abilities and needs. </a:t>
            </a:r>
          </a:p>
          <a:p>
            <a:r>
              <a:rPr lang="en-US" dirty="0" smtClean="0"/>
              <a:t>It can help with </a:t>
            </a:r>
            <a:r>
              <a:rPr lang="en-US" b="1" dirty="0" smtClean="0"/>
              <a:t>writing, summarizing, explaining, brainstorming, and communication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09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210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Explore AI for All</vt:lpstr>
      <vt:lpstr>Introduction </vt:lpstr>
      <vt:lpstr>PowerPoint Presentation</vt:lpstr>
      <vt:lpstr>2. Impact of AI on Accessibility  </vt:lpstr>
      <vt:lpstr>Impact of AI in Job Roles </vt:lpstr>
      <vt:lpstr>AI as an Ally for Humanitarian Action </vt:lpstr>
      <vt:lpstr>Inclusive AI with Copilot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Explore AI for All</dc:title>
  <dc:creator>Ashoka Rajan</dc:creator>
  <cp:lastModifiedBy>Ashoka Rajan</cp:lastModifiedBy>
  <cp:revision>2</cp:revision>
  <dcterms:created xsi:type="dcterms:W3CDTF">2026-09-01T01:40:46Z</dcterms:created>
  <dcterms:modified xsi:type="dcterms:W3CDTF">2026-09-01T02:12:34Z</dcterms:modified>
</cp:coreProperties>
</file>